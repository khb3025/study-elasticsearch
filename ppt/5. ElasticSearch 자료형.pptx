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2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6068D-67A2-41B8-95EC-552AB80ABE4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F7740-CC43-49E9-8535-1DADE9DD4B0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72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6068D-67A2-41B8-95EC-552AB80ABE4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F7740-CC43-49E9-8535-1DADE9DD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78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6068D-67A2-41B8-95EC-552AB80ABE4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F7740-CC43-49E9-8535-1DADE9DD4B0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09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6068D-67A2-41B8-95EC-552AB80ABE4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F7740-CC43-49E9-8535-1DADE9DD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607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6068D-67A2-41B8-95EC-552AB80ABE4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F7740-CC43-49E9-8535-1DADE9DD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49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6068D-67A2-41B8-95EC-552AB80ABE4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F7740-CC43-49E9-8535-1DADE9DD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035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6068D-67A2-41B8-95EC-552AB80ABE4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F7740-CC43-49E9-8535-1DADE9DD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772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D66068D-67A2-41B8-95EC-552AB80ABE4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BF7740-CC43-49E9-8535-1DADE9DD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927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6068D-67A2-41B8-95EC-552AB80ABE4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F7740-CC43-49E9-8535-1DADE9DD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17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6068D-67A2-41B8-95EC-552AB80ABE4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F7740-CC43-49E9-8535-1DADE9DD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881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6068D-67A2-41B8-95EC-552AB80ABE4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F7740-CC43-49E9-8535-1DADE9DD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68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D66068D-67A2-41B8-95EC-552AB80ABE4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BBF7740-CC43-49E9-8535-1DADE9DD4B0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857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6DB040-78A6-EEBF-1C5B-AF49C47EFA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ElasticSearch </a:t>
            </a:r>
            <a:r>
              <a:rPr lang="ko-KR" altLang="en-US"/>
              <a:t>자료형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5ED485-AFF9-7525-6E57-EFEE6730D9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348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A1FBE9-4031-CDF8-A52F-DFA515B24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Mapping </a:t>
            </a:r>
            <a:r>
              <a:rPr lang="ko-KR" altLang="en-US"/>
              <a:t>시 자료형 결정 기준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C34854-E9B9-16AA-ECEE-6D9BAD672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01" y="1885588"/>
            <a:ext cx="3776537" cy="97768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6760E5F-EE72-1275-9679-998030900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601" y="3011497"/>
            <a:ext cx="7337585" cy="20360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224A7EA-04A3-5AA4-FB59-47D3A2CBA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601" y="5120642"/>
            <a:ext cx="2313497" cy="70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78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F5CB7F-F2BB-CAFA-9E4D-8D20489AE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ElasticSearch </a:t>
            </a:r>
            <a:r>
              <a:rPr lang="ko-KR" altLang="en-US"/>
              <a:t>자료형의 특징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A3E9EC-9C43-0BEC-673A-D0DBA81B7A7E}"/>
              </a:ext>
            </a:extLst>
          </p:cNvPr>
          <p:cNvSpPr txBox="1"/>
          <p:nvPr/>
        </p:nvSpPr>
        <p:spPr>
          <a:xfrm>
            <a:off x="1230284" y="1870364"/>
            <a:ext cx="99253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Elastic</a:t>
            </a:r>
            <a:r>
              <a:rPr lang="ko-KR" altLang="en-US" sz="1400"/>
              <a:t>의 자료형은 기본적으로 </a:t>
            </a:r>
            <a:r>
              <a:rPr lang="en-US" altLang="ko-KR" sz="1400"/>
              <a:t>null </a:t>
            </a:r>
            <a:r>
              <a:rPr lang="ko-KR" altLang="en-US" sz="1400"/>
              <a:t>입력을 허용한다</a:t>
            </a:r>
            <a:r>
              <a:rPr lang="en-US" altLang="ko-KR" sz="1400"/>
              <a:t>. </a:t>
            </a:r>
            <a:r>
              <a:rPr lang="en-US" altLang="ko-KR" sz="1400">
                <a:sym typeface="Wingdings" panose="05000000000000000000" pitchFamily="2" charset="2"/>
              </a:rPr>
              <a:t> DB </a:t>
            </a:r>
            <a:r>
              <a:rPr lang="ko-KR" altLang="en-US" sz="1400">
                <a:sym typeface="Wingdings" panose="05000000000000000000" pitchFamily="2" charset="2"/>
              </a:rPr>
              <a:t>처럼 </a:t>
            </a:r>
            <a:r>
              <a:rPr lang="en-US" altLang="ko-KR" sz="1400">
                <a:sym typeface="Wingdings" panose="05000000000000000000" pitchFamily="2" charset="2"/>
              </a:rPr>
              <a:t>Nullable </a:t>
            </a:r>
            <a:r>
              <a:rPr lang="ko-KR" altLang="en-US" sz="1400">
                <a:sym typeface="Wingdings" panose="05000000000000000000" pitchFamily="2" charset="2"/>
              </a:rPr>
              <a:t>을 정하는 옵션이 없다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400">
                <a:sym typeface="Wingdings" panose="05000000000000000000" pitchFamily="2" charset="2"/>
              </a:rPr>
              <a:t>Elastic </a:t>
            </a:r>
            <a:r>
              <a:rPr lang="ko-KR" altLang="en-US" sz="1400">
                <a:sym typeface="Wingdings" panose="05000000000000000000" pitchFamily="2" charset="2"/>
              </a:rPr>
              <a:t>자료형은 기본적으로 배열을 허용한다</a:t>
            </a:r>
            <a:r>
              <a:rPr lang="en-US" altLang="ko-KR" sz="1400">
                <a:sym typeface="Wingdings" panose="05000000000000000000" pitchFamily="2" charset="2"/>
              </a:rPr>
              <a:t>.  </a:t>
            </a:r>
            <a:r>
              <a:rPr lang="ko-KR" altLang="en-US" sz="1400">
                <a:sym typeface="Wingdings" panose="05000000000000000000" pitchFamily="2" charset="2"/>
              </a:rPr>
              <a:t>마찬가지로 배열에 대한 자료형이 없으며</a:t>
            </a:r>
            <a:r>
              <a:rPr lang="en-US" altLang="ko-KR" sz="1400">
                <a:sym typeface="Wingdings" panose="05000000000000000000" pitchFamily="2" charset="2"/>
              </a:rPr>
              <a:t>, </a:t>
            </a:r>
            <a:r>
              <a:rPr lang="ko-KR" altLang="en-US" sz="1400">
                <a:sym typeface="Wingdings" panose="05000000000000000000" pitchFamily="2" charset="2"/>
              </a:rPr>
              <a:t>입력값으로 배열을 넣을 시</a:t>
            </a:r>
            <a:r>
              <a:rPr lang="en-US" altLang="ko-KR" sz="1400">
                <a:sym typeface="Wingdings" panose="05000000000000000000" pitchFamily="2" charset="2"/>
              </a:rPr>
              <a:t>,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                                                  				   </a:t>
            </a:r>
            <a:r>
              <a:rPr lang="ko-KR" altLang="en-US" sz="1400">
                <a:sym typeface="Wingdings" panose="05000000000000000000" pitchFamily="2" charset="2"/>
              </a:rPr>
              <a:t>토큰으로 저장된다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  <a:endParaRPr lang="ko-KR" altLang="en-US" sz="1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C52F34-A1D8-2F70-6ED6-41436ADBD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7" y="2683525"/>
            <a:ext cx="5920963" cy="36277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569E896-02A0-2A24-310E-EA006B2FF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546" y="2742032"/>
            <a:ext cx="5121516" cy="292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08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80F94-143C-F273-09F2-6A03705E4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맵핑 자료형 설정 실습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87B22C-63C4-EE0E-D889-5D858AFA28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9"/>
          <a:stretch>
            <a:fillRect/>
          </a:stretch>
        </p:blipFill>
        <p:spPr>
          <a:xfrm>
            <a:off x="1030778" y="1778370"/>
            <a:ext cx="4423118" cy="500536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FAE4E81-9580-E85B-A062-8FBEB8477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896" y="1778370"/>
            <a:ext cx="3896269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4715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</TotalTime>
  <Words>59</Words>
  <Application>Microsoft Office PowerPoint</Application>
  <PresentationFormat>와이드스크린</PresentationFormat>
  <Paragraphs>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Calibri</vt:lpstr>
      <vt:lpstr>Calibri Light</vt:lpstr>
      <vt:lpstr>Wingdings</vt:lpstr>
      <vt:lpstr>추억</vt:lpstr>
      <vt:lpstr>ElasticSearch 자료형</vt:lpstr>
      <vt:lpstr>Mapping 시 자료형 결정 기준</vt:lpstr>
      <vt:lpstr>ElasticSearch 자료형의 특징</vt:lpstr>
      <vt:lpstr>맵핑 자료형 설정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9</cp:revision>
  <dcterms:created xsi:type="dcterms:W3CDTF">2026-09-04T06:14:09Z</dcterms:created>
  <dcterms:modified xsi:type="dcterms:W3CDTF">2026-09-04T06:50:36Z</dcterms:modified>
</cp:coreProperties>
</file>